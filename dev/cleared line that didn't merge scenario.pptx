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857E9-B459-59C3-AAC7-56ED2A9AEA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A7E20B-1FCF-0C90-7239-F449494B34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B60D9-2C58-4F3F-1596-D037D5ABE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BC6D-CFB4-4E14-81FF-9D13FD2C91BF}" type="datetimeFigureOut">
              <a:rPr lang="en-MY" smtClean="0"/>
              <a:t>14/8/2026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79E02-265F-CAC3-28AC-2FF24D9CB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9516E-FD8D-2408-3E1C-FF36B9433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A65F7-CBDD-47B5-8FD9-A68A3971BC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2699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B202A-8C1A-4C47-4FE0-69D05EAA3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1AA74-1F7A-C90E-AFDC-7E6BDEA05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0AA5A-D659-8315-2A0B-1FC91AE88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BC6D-CFB4-4E14-81FF-9D13FD2C91BF}" type="datetimeFigureOut">
              <a:rPr lang="en-MY" smtClean="0"/>
              <a:t>14/8/2026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83372-CC2C-5D45-2AD8-91F9A6B42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2982F-0E34-3CF2-3FF0-02C915A43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A65F7-CBDD-47B5-8FD9-A68A3971BC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94550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0A336-1CD2-2A54-FAA8-9103AD4DC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07502-426A-2E43-F088-72031D073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EDF97-21B4-973E-02BA-0D5C6DFB0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BC6D-CFB4-4E14-81FF-9D13FD2C91BF}" type="datetimeFigureOut">
              <a:rPr lang="en-MY" smtClean="0"/>
              <a:t>14/8/2026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C8007-AC94-02B5-E713-8186E4F96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B7C7A-1C81-D951-908B-9669F6CC7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A65F7-CBDD-47B5-8FD9-A68A3971BC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06672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5CCBC-9A11-A087-14C2-DAED2623D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848AF-DA63-7C5B-624C-156685A3D5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70422C-22D9-37D0-7E68-291438BD3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08BF62-32A0-2881-7448-89C0B0BE8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BC6D-CFB4-4E14-81FF-9D13FD2C91BF}" type="datetimeFigureOut">
              <a:rPr lang="en-MY" smtClean="0"/>
              <a:t>14/8/2026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9E18EA-DD40-748D-5DE0-59A51EE0B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A548E-F439-8483-E55C-74507915A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A65F7-CBDD-47B5-8FD9-A68A3971BC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06040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FE62C-0335-7DA5-7E1C-6AE9D7AC0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588A0-3B48-ED73-739F-77ACB24B6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1737B6-F7A0-E21F-38BC-00AEA1C49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2FB61-AC92-1141-5AC5-A23829A489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801388-EDA5-701C-6960-77E7542BBB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9ADD0A-6238-1281-7C0C-76E1DE76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BC6D-CFB4-4E14-81FF-9D13FD2C91BF}" type="datetimeFigureOut">
              <a:rPr lang="en-MY" smtClean="0"/>
              <a:t>14/8/2026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B8E071-8408-6760-2C4B-E2C2E7B9E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70D59B-25B3-70C2-5EAE-D2E17D142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A65F7-CBDD-47B5-8FD9-A68A3971BC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44993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D8E90-0C85-54A0-7DD3-FF22048F8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7BCEDE-2135-1CEE-A6BF-3D4FF777A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BC6D-CFB4-4E14-81FF-9D13FD2C91BF}" type="datetimeFigureOut">
              <a:rPr lang="en-MY" smtClean="0"/>
              <a:t>14/8/2026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4CD8AC-4B90-BD5C-B32C-15A10C750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5E4989-D83D-D874-22A6-F16E49B3A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A65F7-CBDD-47B5-8FD9-A68A3971BC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88657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B1DC4B-FDC1-40A1-D619-3457AF1F8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BC6D-CFB4-4E14-81FF-9D13FD2C91BF}" type="datetimeFigureOut">
              <a:rPr lang="en-MY" smtClean="0"/>
              <a:t>14/8/2026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1155FF-4709-17A1-6ACA-3B27AEC47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526B0-C046-1F87-191A-CEEE86EE6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A65F7-CBDD-47B5-8FD9-A68A3971BC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62899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00EC6-32F2-A994-3DD6-EF35C3C86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3AA28-587B-44C6-14D3-5A53CA72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F81E63-F4A0-4DF0-24CA-A7720EFEE2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41B1F-A4F2-777C-6985-81A04437D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BC6D-CFB4-4E14-81FF-9D13FD2C91BF}" type="datetimeFigureOut">
              <a:rPr lang="en-MY" smtClean="0"/>
              <a:t>14/8/2026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A7C6EE-5EFB-75C5-C524-B6A3753D8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1173C-2034-0483-37CA-F4A786B68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A65F7-CBDD-47B5-8FD9-A68A3971BC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8518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CA878-7A58-D01C-2C31-9896531C7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132128-0390-4673-B21C-46D88BE5F9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1590E-79C6-C217-7024-69F2039BF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D491C-32EC-CE57-3BE2-0C0E80CEF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BC6D-CFB4-4E14-81FF-9D13FD2C91BF}" type="datetimeFigureOut">
              <a:rPr lang="en-MY" smtClean="0"/>
              <a:t>14/8/2026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8DAEC8-3513-69C2-FB9F-B0E4F9A01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8A869B-070B-9F96-7D94-F6BB74C75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A65F7-CBDD-47B5-8FD9-A68A3971BC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06765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3B7A8-833B-7F44-1336-44B255E1E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FC60CA-CBB7-358B-887B-F0552B0681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F9C98-79BA-32CB-DE1A-621137C6A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BC6D-CFB4-4E14-81FF-9D13FD2C91BF}" type="datetimeFigureOut">
              <a:rPr lang="en-MY" smtClean="0"/>
              <a:t>14/8/2026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72680-2597-D981-38CD-1452C7F24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94218-B629-61FC-EEB6-824818C0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A65F7-CBDD-47B5-8FD9-A68A3971BC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91893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929979-AC80-323D-53D2-0EC848D847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9D478D-8259-B3C9-6451-EBF214079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B80C1-CE09-E448-1B9C-4E573CFC0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BC6D-CFB4-4E14-81FF-9D13FD2C91BF}" type="datetimeFigureOut">
              <a:rPr lang="en-MY" smtClean="0"/>
              <a:t>14/8/2026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845CB-DF09-A34C-1187-861A65E5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BD296-1493-141B-2BCF-CA2541F31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A65F7-CBDD-47B5-8FD9-A68A3971BC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68671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32EC2B-A990-22B4-A34A-CFC3C692C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EA098-81CB-BBF2-F844-EBE9E57FA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1C783-CACD-8D09-FA96-CCFF11A75D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2BC6D-CFB4-4E14-81FF-9D13FD2C91BF}" type="datetimeFigureOut">
              <a:rPr lang="en-MY" smtClean="0"/>
              <a:t>14/8/2026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283F5-64BA-D9AF-E238-34E4E0EAFA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0DE81-B1D1-8DA4-EDF1-4D3317AD75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EA65F7-CBDD-47B5-8FD9-A68A3971BC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12557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FD8363-EFC6-23E8-EC39-AE90229CE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15" y="0"/>
            <a:ext cx="532514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975909-CCA9-B780-041E-E509B7172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525" y="0"/>
            <a:ext cx="5325140" cy="6858000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114EEC23-3EFF-C90D-D340-493C080AF129}"/>
              </a:ext>
            </a:extLst>
          </p:cNvPr>
          <p:cNvSpPr/>
          <p:nvPr/>
        </p:nvSpPr>
        <p:spPr>
          <a:xfrm>
            <a:off x="5906322" y="3368179"/>
            <a:ext cx="624980" cy="4068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51879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9E1ADEE-26C2-5861-1339-35A1547DA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04" y="-33556"/>
            <a:ext cx="532957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5053B7-1457-AD0A-47A7-24838B8A1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754" y="0"/>
            <a:ext cx="5329570" cy="6858000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80763A54-BAB0-91DD-2747-54AB55AF6209}"/>
              </a:ext>
            </a:extLst>
          </p:cNvPr>
          <p:cNvSpPr/>
          <p:nvPr/>
        </p:nvSpPr>
        <p:spPr>
          <a:xfrm>
            <a:off x="5783510" y="3192011"/>
            <a:ext cx="624980" cy="4068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26932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Edmund Ang</dc:creator>
  <cp:lastModifiedBy>Edmund Ang</cp:lastModifiedBy>
  <cp:revision>1</cp:revision>
  <dcterms:created xsi:type="dcterms:W3CDTF">2026-08-14T11:09:29Z</dcterms:created>
  <dcterms:modified xsi:type="dcterms:W3CDTF">2026-08-14T11:09:36Z</dcterms:modified>
</cp:coreProperties>
</file>